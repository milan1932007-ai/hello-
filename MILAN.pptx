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9" r:id="rId8"/>
    <p:sldId id="280" r:id="rId9"/>
    <p:sldId id="281" r:id="rId10"/>
    <p:sldId id="282" r:id="rId11"/>
    <p:sldId id="269" r:id="rId12"/>
    <p:sldId id="283" r:id="rId13"/>
    <p:sldId id="285" r:id="rId14"/>
    <p:sldId id="286" r:id="rId15"/>
    <p:sldId id="271" r:id="rId16"/>
    <p:sldId id="272" r:id="rId17"/>
    <p:sldId id="287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4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12D64-607A-E3DA-B7BC-6E3ADC58A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2668" y="821808"/>
            <a:ext cx="7089547" cy="7528252"/>
          </a:xfrm>
        </p:spPr>
        <p:txBody>
          <a:bodyPr/>
          <a:lstStyle/>
          <a:p>
            <a:r>
              <a:rPr lang="en-IN" dirty="0"/>
              <a:t>NAME : MILAN D</a:t>
            </a:r>
          </a:p>
          <a:p>
            <a:r>
              <a:rPr lang="en-IN" dirty="0"/>
              <a:t>REG NO : 922525106196</a:t>
            </a:r>
          </a:p>
          <a:p>
            <a:r>
              <a:rPr lang="en-IN" dirty="0"/>
              <a:t>DEPARMENT: 2</a:t>
            </a:r>
            <a:r>
              <a:rPr lang="en-IN" baseline="30000" dirty="0"/>
              <a:t>nd</a:t>
            </a:r>
            <a:r>
              <a:rPr lang="en-IN" dirty="0"/>
              <a:t> ECE</a:t>
            </a:r>
          </a:p>
          <a:p>
            <a:r>
              <a:rPr lang="en-IN" dirty="0"/>
              <a:t>PROJECT TITLE : GREY WATER MANAGEMENT AND REUSE WETLAND MANAGEMENT WATER CONSERVATION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8C9B81-993A-9943-6BAE-2835F54C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GREY WATER MANAGEMENT AND REUSE WET LAND MANAGEMENT WATER CONSERVATION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397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8A9D-6B2F-06B3-CE6A-FC17C317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11891-B6B8-EBA7-1F38-FBAA458D3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Water scarcity is increasing worldwide.
Freshwater resources are limited.
Grey water can be treated and reused.
Water conservation is essential for sustainable development.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0C2D9-C4A7-2FCD-7011-C3B88EE4B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474" y="1945729"/>
            <a:ext cx="3335354" cy="36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9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0C62-0C83-078A-CEDD-F69084DAB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Grey Water?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CC58-55B4-EB5B-27CC-18D1CC8BD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Water from sinks, showers, baths, laundry, and dishwashers
Does not include toilet waste (that’s “black water”)
Contains soap, dirt, hair, and minor contaminants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0F880-1F75-5B2A-EAA5-FAF802A37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914" y="2412747"/>
            <a:ext cx="2831808" cy="354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3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8F8B-9217-872F-5A5E-C5DD102B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A3BF-D718-02F2-20D0-4C6D3285A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Bathroom sinks &amp; showers
Washing machines
Kitchen sinks (sometimes classified separately)
Bathtubs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31104-8F81-8A35-8757-060BC615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266069"/>
            <a:ext cx="5725188" cy="367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6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19032-BB9A-53AD-BC8B-3B047D353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Rapid population growth.
Increasing water demand.
Water pollution.
Climate change.
Need to reduce freshwater consumption.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2CF79A-C0A7-DA61-F487-14E9FA41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B490F2-BEA7-6192-4263-DEB030CC3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201" y="1871334"/>
            <a:ext cx="4095241" cy="398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2F98-CA4A-00E5-8F95-A5C8178AC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663" y="2147477"/>
            <a:ext cx="11029615" cy="3678303"/>
          </a:xfrm>
        </p:spPr>
        <p:txBody>
          <a:bodyPr/>
          <a:lstStyle/>
          <a:p>
            <a:r>
              <a:rPr lang="en-IN" dirty="0"/>
              <a:t>Reduce water wastage.
Reuse household grey water.
Improve water conservation.
Develop a low-cost treatment system.
Protect the environment.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8434271-EA46-1803-4663-AC798134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DE0436-D073-20BB-5215-43858B54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46" y="2570217"/>
            <a:ext cx="3419213" cy="31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7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7301-2335-B2A9-E89E-BA390B2E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B06DFB-9C03-728B-3081-E2B44D542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445" y="1856554"/>
            <a:ext cx="8128000" cy="463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70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4325-411D-46D9-747A-64073D27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Components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473186-7EEA-6681-91C8-4F7D566DC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Collection Tank
PVC Pipes
Water Pump
Arduino Uno
Relay Module
Water Level Sensor
Sand Filter
Gravel Filter
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60B9EA-721D-16B7-2AA4-26CA3668A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170" y="2554797"/>
            <a:ext cx="4428616" cy="292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55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99E7-C5B3-20BF-4735-D0F8903D6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36FD-8907-3273-6C5D-02D8E071E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Activated Carbon
Wetland Tank
Wetland Plants
Storage Tank
Power Supply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E036CC-885B-100B-EC17-FF6E3C76A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167" y="2525087"/>
            <a:ext cx="3552647" cy="29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42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AA7C-CF32-0A77-E049-FA30ECE0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D0D6E-A8CE-8E63-4851-D47448626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626" y="1349224"/>
            <a:ext cx="11029615" cy="5508776"/>
          </a:xfrm>
        </p:spPr>
        <p:txBody>
          <a:bodyPr>
            <a:normAutofit/>
          </a:bodyPr>
          <a:lstStyle/>
          <a:p>
            <a:r>
              <a:rPr lang="en-IN" dirty="0"/>
              <a:t>Arduino Uno - Controls the system automatically.
Water Pump - Pumps water through filters.
Relay Module - Turns pump ON/OFF.
Water Level Sensor - Prevents overflow.
Storage Tank - Stores treated water safely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0D163-1A36-C49E-64CA-E9E033B2B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789" y="2094919"/>
            <a:ext cx="421957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4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DB93-0751-68DB-3047-AF22A50E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Filtration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14FB2-F253-0C34-0FD5-41BCF4EE6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Gravel Layer
Sand Layer
Charcoal Layer
Wetland Plants (optional)
Final Filter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E50F7-723D-A239-5A0D-0BD287AF8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583" y="2273776"/>
            <a:ext cx="4205261" cy="36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0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5936-6516-2387-10B4-DD56544F9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Constructed Wetland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3C74F-861A-C4A3-C75E-3D56227CF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620" y="4260273"/>
            <a:ext cx="5087075" cy="757614"/>
          </a:xfrm>
        </p:spPr>
        <p:txBody>
          <a:bodyPr/>
          <a:lstStyle/>
          <a:p>
            <a:r>
              <a:rPr lang="en-IN" dirty="0"/>
              <a:t>Constructed Wetland is an artificial ecosystem where plants naturally clean wastewater</a:t>
            </a:r>
          </a:p>
          <a:p>
            <a:endParaRPr lang="en-IN" dirty="0"/>
          </a:p>
          <a:p>
            <a:r>
              <a:rPr lang="en-IN" dirty="0"/>
              <a:t>Plants Used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65B6DD-807E-D1EF-E36E-8847C5AD8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Removes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AAA439-63E5-4BBE-5582-FC3B8FEA5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4784192"/>
            <a:ext cx="5393100" cy="2934999"/>
          </a:xfrm>
        </p:spPr>
        <p:txBody>
          <a:bodyPr/>
          <a:lstStyle/>
          <a:p>
            <a:r>
              <a:rPr lang="en-IN" dirty="0"/>
              <a:t>Vetiver Grass
Reed Grass
Cattail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0293911-2222-7921-6E17-08DAD6BCF9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Nitrogen
Phosphorus
Organic matter
Harmful bacteria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35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2E52-2125-658E-D02A-8E5C2EAD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5C44E-E1FC-8A87-E037-A068E614F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Grey water enters collection tank.
Water level sensor detects level.
Arduino activates pump.
Water passes through gravel.
Water passes through sand.
Activated charcoal removes </a:t>
            </a:r>
            <a:r>
              <a:rPr lang="en-IN" dirty="0" err="1"/>
              <a:t>odor</a:t>
            </a:r>
            <a:r>
              <a:rPr lang="en-IN" dirty="0"/>
              <a:t>.
Water flows through wetland plants.
Purified water enters storage tank.
Water is reused.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2CCA1-5C8B-07CD-F4DD-B741BB572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760" y="2180496"/>
            <a:ext cx="3312864" cy="339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97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CD2C-E391-656B-5A00-D7C744C4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Arduino Automation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EA2D9-7634-F454-64E9-918FADEAC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Inputs
Water Level Sensor
Processing
Arduino Uno
Outputs
Pump ON
Pump OFF
LCD Display (optional)
Alarm (optional)
Benefits
Saves electricity
Prevents overflow
Fully automatic
Start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4810A-0AD0-187F-EB50-B84CC4981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460" y="2269923"/>
            <a:ext cx="3960769" cy="317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3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FF63-2E28-3B6D-4580-C4A742F2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Chart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3D7531-2535-BDC1-3B50-B2DEBD73A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4701" y="562333"/>
            <a:ext cx="4883203" cy="7469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dirty="0"/>
              <a:t>Start
↓
Collect Grey Water
↓
Check Water Level
↓</a:t>
            </a:r>
          </a:p>
          <a:p>
            <a:pPr marL="0" indent="0">
              <a:buNone/>
            </a:pPr>
            <a:r>
              <a:rPr lang="en-IN" sz="1200" dirty="0"/>
              <a:t> </a:t>
            </a:r>
          </a:p>
          <a:p>
            <a:pPr marL="0" indent="0">
              <a:buNone/>
            </a:pPr>
            <a:r>
              <a:rPr lang="en-IN" sz="1200" dirty="0"/>
              <a:t>Pump on</a:t>
            </a:r>
            <a:endParaRPr lang="en-US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44B2C0-4DE6-89AA-5617-05D1CC5AB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97305" y="2154657"/>
            <a:ext cx="5422392" cy="32608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100" dirty="0"/>
              <a:t>
↓
Filtration
↓
Wetland Treatment
↓
Store Water
↓
Reuse
↓
Stop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A357F-DA85-46F3-EF20-DB3B975B8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3" y="2848331"/>
            <a:ext cx="2996656" cy="256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15A00-0EF8-B1AB-F539-83C19C63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Results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55C49F-9A13-6577-8A8A-249E48B4E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Reduced Turbidity
Reduced Odor
Reduced Suspended Solids
Better Water Quality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0F442-A150-BAC3-E51D-2F4F73596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449" y="2180496"/>
            <a:ext cx="2946130" cy="337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95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A8D95-B531-A97D-0691-CDE8A544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Water becomes suitable for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CB766-4B56-EB45-56AC-BE2B3C628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Gardening
Toilet Flushing
Floor Cleaning
Irrigation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212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7F488-FAC6-2B98-78C7-C9B6419E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7D82D-5A00-0235-7E69-AAFE6711E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Homes
Schools
Colleges
Hotels
Apartments
Industries
Agriculture
Parks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3EF12-FC97-905A-5949-31F328E47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580" y="2180496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96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14989-ACC6-A375-2BC9-9C9C627C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CF671-42DE-4AD6-B738-09F7CB48F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IoT</a:t>
            </a:r>
            <a:r>
              <a:rPr lang="en-IN" dirty="0"/>
              <a:t>-based monitoring.
Mobile app control.
Solar-powered operation.
AI-based water quality prediction.
Smart city integration.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4D412-339A-20C5-028D-6E106ED1F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49" y="2474462"/>
            <a:ext cx="21336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2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7968-2E10-9B8E-A598-378C54AE9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D1390-E348-EA27-B23D-D0AB8BC47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Water saving.
Reduced freshwater usage.
Cleaner environment.
Lower water bills.
Sustainable water management.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FEBE8-1CF8-B351-D23A-DF78D189E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648" y="2619930"/>
            <a:ext cx="3334870" cy="279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62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C8E13-CDA4-3878-61AE-9F065B96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7878C-195E-6D10-2122-B6939959B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Grey water reuse is an effective solution for water conservation.
The system is economical and environmentally friendly.
It supports sustainable water management for future generations.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651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3065-0F6F-39CB-A3FE-C778FBF3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71DC-313C-2723-495D-26FEA3598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Textbooks on water treatment.
Research papers.
Government water conservation resources.
Arduino documentation.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440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18C3D4-4E61-79C1-063C-59AE79746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421" y="730929"/>
            <a:ext cx="4886182" cy="41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1277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Dividend</vt:lpstr>
      <vt:lpstr>GREY WATER MANAGEMENT AND REUSE WET LAND MANAGEMENT WATER CONSERVATION</vt:lpstr>
      <vt:lpstr>Introduction</vt:lpstr>
      <vt:lpstr>What is Grey Water?</vt:lpstr>
      <vt:lpstr>Sources</vt:lpstr>
      <vt:lpstr>Problem Statement</vt:lpstr>
      <vt:lpstr>Objectives</vt:lpstr>
      <vt:lpstr>Block Diagram</vt:lpstr>
      <vt:lpstr>Hardware Components</vt:lpstr>
      <vt:lpstr>Hardware Components</vt:lpstr>
      <vt:lpstr>Hardware Description</vt:lpstr>
      <vt:lpstr>Filtration Process</vt:lpstr>
      <vt:lpstr>Constructed Wetland</vt:lpstr>
      <vt:lpstr>Working Principle</vt:lpstr>
      <vt:lpstr>Arduino Automation</vt:lpstr>
      <vt:lpstr>Flow Chart</vt:lpstr>
      <vt:lpstr>Expected Results</vt:lpstr>
      <vt:lpstr>Water becomes suitable for</vt:lpstr>
      <vt:lpstr>Applications</vt:lpstr>
      <vt:lpstr>Future Scope</vt:lpstr>
      <vt:lpstr>Results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Yazhini D</dc:creator>
  <cp:lastModifiedBy>Yazhini D</cp:lastModifiedBy>
  <cp:revision>4</cp:revision>
  <dcterms:created xsi:type="dcterms:W3CDTF">2026-06-27T10:29:39Z</dcterms:created>
  <dcterms:modified xsi:type="dcterms:W3CDTF">2026-06-27T12:23:54Z</dcterms:modified>
</cp:coreProperties>
</file>